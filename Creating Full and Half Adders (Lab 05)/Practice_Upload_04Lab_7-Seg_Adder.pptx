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>
        <p:scale>
          <a:sx n="75" d="100"/>
          <a:sy n="75" d="100"/>
        </p:scale>
        <p:origin x="735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2635-6045-013E-D85C-BA2C74613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72275-6AF6-B3E8-61A7-F99A64EDD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E6ED5-C893-AC17-1518-77718FAC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90584-DEF9-B43F-971F-8B8A9E92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67CA-FF3A-C357-20A0-D6526C86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2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BCD5-7089-A883-7F12-6107CD10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3051F-39A4-2B66-1171-3982BA9CD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2C64D-A0A5-0E23-5A6E-5331A04C5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98D80-BBB4-9ACD-DFBF-123F89E3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46173-4FEB-BF69-8580-31E36381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9D52-3DA9-0FBA-2990-D7A65891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7197-F669-57AB-25AF-5BC838744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1A9E0-EC6B-624E-D021-CBDF2470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F4860-A903-A4B0-9815-440DA09D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631D8-1EE3-1AE1-6FD3-A26448FC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4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05E8-9803-DAA4-709A-0B5ECCD2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CE4BD-84F3-8704-ECCA-C202CD73D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45629-C7FA-40F1-498F-FC929BF2F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F15B1-214D-4FDA-3877-4AE4DE0C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B042F-80EB-1EBA-23E2-589B178B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4B38D-8E39-5688-B49C-5B7AF305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7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9E5F-EBD5-315E-F137-23D4F567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4BE0A-98D0-48DF-62AE-4B613C0A9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C3F40-08CD-FA3C-B4F2-F3828D7E9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BF002-06FB-3337-DCA5-3F02C58FA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649C7-4A6F-DDAF-EB70-0DFEC4F54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D5722-54D8-62D1-5FA5-597D8F1C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F61CC-912B-8CE7-39A9-B6C2E852C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55F14-A828-DAC1-AF90-947B64DB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3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BBB1-8A79-236C-1FA9-4BAB71C5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72954-1617-8458-B657-7BCD1092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4909E-4A51-3F64-592F-CC47F460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E748D-3B7A-577A-02AD-F3C9A5EC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0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73E66-8FD1-7C32-3E1F-B0EF6401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A3461-EAD4-246E-B735-D8B0E557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B8D2F-967A-B216-4DBB-F9612243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1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5547-6F46-7353-8CE1-C268C1EA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4B34-B827-6589-5EA9-7E378710C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0E9E6-F5FF-4111-2E17-A70DB5E22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D4404-8F53-6BF7-5932-DBABF350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BE425-2186-1850-662E-E7B64EF3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928CB-849D-A524-AE69-B7AE314A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8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6B64-1F66-5549-209D-E14F7224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5292A-A0AB-08FF-65C3-2C559393B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56CE5-8C14-24B9-9E20-C9AB355D1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EBDC0-A921-9F8E-A1C2-8FDFD651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09118-EDED-9A51-D92A-0E426942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F3416-0FA1-8BCB-0E63-D387DB98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2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AE53-8F6D-A9C9-B22A-1EB23694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7AF93-9C42-67AD-8305-37D28A4C0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25D77-E6E7-385F-86AB-D8E1FACF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FC8A3-F000-4CF2-85DD-5E3E0356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66477-029E-01B9-347B-A876E613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9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FB6CC-8B36-263E-3E93-849C6A68B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21E60-3F7F-563D-238F-FEC519CED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610C3-C7E1-A64B-68F3-C553197C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C7460-C696-1F7F-B348-E44C1D06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360B1-273F-F652-44EE-20289969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9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6202FB-60AF-15C1-B110-1DC03494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3F598-B2D3-1F59-F494-A68C5C597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69F71-289E-602E-7FD5-DFCF9290C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E60DA-B43C-4003-B033-741987A970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9E732-FF6C-2722-AF68-266217269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DA28F-C951-5BFB-3079-BB2EA2E3C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E245D-74E1-43BB-9E83-DBFAC874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0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131A-E024-B0B2-DB23-37BCC73F01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Wk. 4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6F094-3A4D-45C5-AA8A-E25A9ECA4D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Mary Hager</a:t>
            </a:r>
          </a:p>
        </p:txBody>
      </p:sp>
    </p:spTree>
    <p:extLst>
      <p:ext uri="{BB962C8B-B14F-4D97-AF65-F5344CB8AC3E}">
        <p14:creationId xmlns:p14="http://schemas.microsoft.com/office/powerpoint/2010/main" val="381173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3400C1-E8C7-029C-3E71-EEB6D710B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202" y="1320787"/>
            <a:ext cx="2695595" cy="354332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00FD29-5EB1-EEEE-48D7-CFB6509F4AE4}"/>
              </a:ext>
            </a:extLst>
          </p:cNvPr>
          <p:cNvCxnSpPr/>
          <p:nvPr/>
        </p:nvCxnSpPr>
        <p:spPr>
          <a:xfrm flipV="1">
            <a:off x="5619750" y="2247900"/>
            <a:ext cx="1835150" cy="38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B4A220-16CF-C1D0-EBC6-04BD43DA66B3}"/>
              </a:ext>
            </a:extLst>
          </p:cNvPr>
          <p:cNvCxnSpPr/>
          <p:nvPr/>
        </p:nvCxnSpPr>
        <p:spPr>
          <a:xfrm flipV="1">
            <a:off x="5556250" y="3022600"/>
            <a:ext cx="1835150" cy="38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BDE0F7-48C2-CC51-8FA4-2AAC73580165}"/>
              </a:ext>
            </a:extLst>
          </p:cNvPr>
          <p:cNvCxnSpPr/>
          <p:nvPr/>
        </p:nvCxnSpPr>
        <p:spPr>
          <a:xfrm flipV="1">
            <a:off x="4979199" y="2705100"/>
            <a:ext cx="1835150" cy="38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BF2C2D-FA59-B80E-DBB7-8A78BB29282E}"/>
              </a:ext>
            </a:extLst>
          </p:cNvPr>
          <p:cNvCxnSpPr/>
          <p:nvPr/>
        </p:nvCxnSpPr>
        <p:spPr>
          <a:xfrm flipV="1">
            <a:off x="5702300" y="3571876"/>
            <a:ext cx="1835150" cy="38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E23E0B-55E2-77AB-1694-F9B236DF19D6}"/>
              </a:ext>
            </a:extLst>
          </p:cNvPr>
          <p:cNvCxnSpPr>
            <a:cxnSpLocks/>
          </p:cNvCxnSpPr>
          <p:nvPr/>
        </p:nvCxnSpPr>
        <p:spPr>
          <a:xfrm flipH="1">
            <a:off x="3295650" y="3867150"/>
            <a:ext cx="1530349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36FDE9-44E6-55E4-1A46-0E9D22C58284}"/>
              </a:ext>
            </a:extLst>
          </p:cNvPr>
          <p:cNvCxnSpPr>
            <a:cxnSpLocks/>
          </p:cNvCxnSpPr>
          <p:nvPr/>
        </p:nvCxnSpPr>
        <p:spPr>
          <a:xfrm flipV="1">
            <a:off x="5042699" y="1638300"/>
            <a:ext cx="1771650" cy="539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80809B-61D3-2CFB-8EB5-960DAD2C3ADB}"/>
              </a:ext>
            </a:extLst>
          </p:cNvPr>
          <p:cNvCxnSpPr>
            <a:cxnSpLocks/>
          </p:cNvCxnSpPr>
          <p:nvPr/>
        </p:nvCxnSpPr>
        <p:spPr>
          <a:xfrm flipH="1">
            <a:off x="2850752" y="3486150"/>
            <a:ext cx="1530349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EBFE2B-DA78-B398-4B47-E7C4B1E83473}"/>
              </a:ext>
            </a:extLst>
          </p:cNvPr>
          <p:cNvCxnSpPr>
            <a:cxnSpLocks/>
          </p:cNvCxnSpPr>
          <p:nvPr/>
        </p:nvCxnSpPr>
        <p:spPr>
          <a:xfrm flipH="1">
            <a:off x="2808298" y="2641600"/>
            <a:ext cx="1530349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2782EA3-4808-AAB6-ABB9-BABF768363B7}"/>
              </a:ext>
            </a:extLst>
          </p:cNvPr>
          <p:cNvSpPr txBox="1"/>
          <p:nvPr/>
        </p:nvSpPr>
        <p:spPr>
          <a:xfrm>
            <a:off x="7061200" y="15002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5B4FB7-4AE3-9BD7-9A27-4E4E3577F6CD}"/>
              </a:ext>
            </a:extLst>
          </p:cNvPr>
          <p:cNvSpPr txBox="1"/>
          <p:nvPr/>
        </p:nvSpPr>
        <p:spPr>
          <a:xfrm>
            <a:off x="7445498" y="20912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93B8D6-AA1C-0194-6596-D1307795BB0E}"/>
              </a:ext>
            </a:extLst>
          </p:cNvPr>
          <p:cNvSpPr txBox="1"/>
          <p:nvPr/>
        </p:nvSpPr>
        <p:spPr>
          <a:xfrm>
            <a:off x="6843701" y="25294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3B620-E0A3-A0EE-CA5D-6D59B7011F84}"/>
              </a:ext>
            </a:extLst>
          </p:cNvPr>
          <p:cNvSpPr txBox="1"/>
          <p:nvPr/>
        </p:nvSpPr>
        <p:spPr>
          <a:xfrm>
            <a:off x="7349399" y="28606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38F115-8144-3EDF-E7B6-FD88DA64ADEB}"/>
              </a:ext>
            </a:extLst>
          </p:cNvPr>
          <p:cNvSpPr txBox="1"/>
          <p:nvPr/>
        </p:nvSpPr>
        <p:spPr>
          <a:xfrm>
            <a:off x="7494996" y="34099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5CE88-B831-C863-3BBC-691D92B43988}"/>
              </a:ext>
            </a:extLst>
          </p:cNvPr>
          <p:cNvSpPr txBox="1"/>
          <p:nvPr/>
        </p:nvSpPr>
        <p:spPr>
          <a:xfrm>
            <a:off x="2541693" y="28469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92DA47-20CE-851E-FDC6-2CB5E0F9AAE7}"/>
              </a:ext>
            </a:extLst>
          </p:cNvPr>
          <p:cNvSpPr txBox="1"/>
          <p:nvPr/>
        </p:nvSpPr>
        <p:spPr>
          <a:xfrm>
            <a:off x="2481002" y="3688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6F94E7-8E03-305F-06E8-FB7E5CDA7CBB}"/>
              </a:ext>
            </a:extLst>
          </p:cNvPr>
          <p:cNvSpPr txBox="1"/>
          <p:nvPr/>
        </p:nvSpPr>
        <p:spPr>
          <a:xfrm>
            <a:off x="2924779" y="41370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0D407D-9088-1EB8-1394-C4DB18D76E58}"/>
              </a:ext>
            </a:extLst>
          </p:cNvPr>
          <p:cNvSpPr txBox="1"/>
          <p:nvPr/>
        </p:nvSpPr>
        <p:spPr>
          <a:xfrm>
            <a:off x="6680200" y="637130"/>
            <a:ext cx="5088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Outline of corresponding numbers to LED display.</a:t>
            </a:r>
          </a:p>
        </p:txBody>
      </p:sp>
    </p:spTree>
    <p:extLst>
      <p:ext uri="{BB962C8B-B14F-4D97-AF65-F5344CB8AC3E}">
        <p14:creationId xmlns:p14="http://schemas.microsoft.com/office/powerpoint/2010/main" val="84128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76A8C4-D5B0-18DA-25C7-71C11136E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07" y="852468"/>
            <a:ext cx="4933986" cy="5153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73B9FB-00E3-EA49-052D-7CD6767391FF}"/>
              </a:ext>
            </a:extLst>
          </p:cNvPr>
          <p:cNvSpPr txBox="1"/>
          <p:nvPr/>
        </p:nvSpPr>
        <p:spPr>
          <a:xfrm>
            <a:off x="770021" y="1700463"/>
            <a:ext cx="1935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 table for 0-9</a:t>
            </a:r>
          </a:p>
        </p:txBody>
      </p:sp>
    </p:spTree>
    <p:extLst>
      <p:ext uri="{BB962C8B-B14F-4D97-AF65-F5344CB8AC3E}">
        <p14:creationId xmlns:p14="http://schemas.microsoft.com/office/powerpoint/2010/main" val="31170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A286277-DA11-246D-9894-63060AEC2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34" y="895331"/>
            <a:ext cx="4305331" cy="50673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56E7071-7023-4FAC-91EC-BCB7F8F45F93}"/>
              </a:ext>
            </a:extLst>
          </p:cNvPr>
          <p:cNvSpPr txBox="1"/>
          <p:nvPr/>
        </p:nvSpPr>
        <p:spPr>
          <a:xfrm>
            <a:off x="540589" y="1190445"/>
            <a:ext cx="32074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 truth table for LED display </a:t>
            </a:r>
          </a:p>
          <a:p>
            <a:endParaRPr lang="en-US" dirty="0"/>
          </a:p>
          <a:p>
            <a:r>
              <a:rPr lang="en-US" dirty="0"/>
              <a:t>Note that max value is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DC36E-4334-10AE-E7B2-09F5C6E4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0A7D2F-3FB4-1288-4ED0-C2C0354F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02" y="1876413"/>
            <a:ext cx="6229396" cy="3105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FC1FDB-2190-97FC-D4D5-0A36E48D9618}"/>
              </a:ext>
            </a:extLst>
          </p:cNvPr>
          <p:cNvSpPr txBox="1"/>
          <p:nvPr/>
        </p:nvSpPr>
        <p:spPr>
          <a:xfrm>
            <a:off x="1122947" y="1138989"/>
            <a:ext cx="3190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value 0-9 on operand A</a:t>
            </a:r>
          </a:p>
          <a:p>
            <a:r>
              <a:rPr lang="en-US" dirty="0"/>
              <a:t>All worked accordingly</a:t>
            </a:r>
          </a:p>
        </p:txBody>
      </p:sp>
    </p:spTree>
    <p:extLst>
      <p:ext uri="{BB962C8B-B14F-4D97-AF65-F5344CB8AC3E}">
        <p14:creationId xmlns:p14="http://schemas.microsoft.com/office/powerpoint/2010/main" val="1577486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E73A-0AAA-F8FA-6968-AA0930E0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605CD-E35F-EDFC-45F2-11625778F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06" y="1914514"/>
            <a:ext cx="5010187" cy="3028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5038A3-3336-9A28-8ABF-0B6EA23396D2}"/>
              </a:ext>
            </a:extLst>
          </p:cNvPr>
          <p:cNvSpPr txBox="1"/>
          <p:nvPr/>
        </p:nvSpPr>
        <p:spPr>
          <a:xfrm>
            <a:off x="978568" y="1491916"/>
            <a:ext cx="521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 value of 15 accurately displayed on Operand A</a:t>
            </a:r>
          </a:p>
        </p:txBody>
      </p:sp>
    </p:spTree>
    <p:extLst>
      <p:ext uri="{BB962C8B-B14F-4D97-AF65-F5344CB8AC3E}">
        <p14:creationId xmlns:p14="http://schemas.microsoft.com/office/powerpoint/2010/main" val="141760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DEB4-DA9E-D0FA-94AB-EA10A45F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5CF726-AC2C-5DF6-8623-E1C346B9B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73" y="0"/>
            <a:ext cx="846845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9FABF5-826B-F0AD-E91E-E9BCBE5C42E1}"/>
              </a:ext>
            </a:extLst>
          </p:cNvPr>
          <p:cNvSpPr txBox="1"/>
          <p:nvPr/>
        </p:nvSpPr>
        <p:spPr>
          <a:xfrm>
            <a:off x="818147" y="2149642"/>
            <a:ext cx="4007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Comparator for when 10’s </a:t>
            </a:r>
            <a:r>
              <a:rPr lang="en-US" dirty="0" err="1"/>
              <a:t>diget</a:t>
            </a:r>
            <a:r>
              <a:rPr lang="en-US" dirty="0"/>
              <a:t> is ON</a:t>
            </a:r>
          </a:p>
        </p:txBody>
      </p:sp>
    </p:spTree>
    <p:extLst>
      <p:ext uri="{BB962C8B-B14F-4D97-AF65-F5344CB8AC3E}">
        <p14:creationId xmlns:p14="http://schemas.microsoft.com/office/powerpoint/2010/main" val="1110006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502D-8C8C-4B13-D35A-D3EBDA44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87EDD-D866-9A18-A4A1-AAF2980C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241" y="0"/>
            <a:ext cx="87615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269B9F-34C1-1643-1883-FCF86D21C907}"/>
              </a:ext>
            </a:extLst>
          </p:cNvPr>
          <p:cNvSpPr txBox="1"/>
          <p:nvPr/>
        </p:nvSpPr>
        <p:spPr>
          <a:xfrm>
            <a:off x="1106905" y="4427621"/>
            <a:ext cx="641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 table and circuit for when 10’s </a:t>
            </a:r>
            <a:r>
              <a:rPr lang="en-US" dirty="0" err="1"/>
              <a:t>diget</a:t>
            </a:r>
            <a:r>
              <a:rPr lang="en-US" dirty="0"/>
              <a:t> is displayed as 1 vs. 0</a:t>
            </a:r>
          </a:p>
        </p:txBody>
      </p:sp>
    </p:spTree>
    <p:extLst>
      <p:ext uri="{BB962C8B-B14F-4D97-AF65-F5344CB8AC3E}">
        <p14:creationId xmlns:p14="http://schemas.microsoft.com/office/powerpoint/2010/main" val="173716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989B-238C-970D-BDDC-EEAFDD96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61B9F-03BC-9454-A000-10A01E687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767" y="0"/>
            <a:ext cx="908246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3DB898-426B-31D0-2B8C-81A5B9CD0885}"/>
              </a:ext>
            </a:extLst>
          </p:cNvPr>
          <p:cNvSpPr txBox="1"/>
          <p:nvPr/>
        </p:nvSpPr>
        <p:spPr>
          <a:xfrm>
            <a:off x="238766" y="497305"/>
            <a:ext cx="20098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adding components </a:t>
            </a:r>
          </a:p>
          <a:p>
            <a:r>
              <a:rPr lang="en-US" dirty="0"/>
              <a:t>test no. 1</a:t>
            </a:r>
          </a:p>
          <a:p>
            <a:endParaRPr lang="en-US" dirty="0"/>
          </a:p>
          <a:p>
            <a:r>
              <a:rPr lang="en-US" dirty="0"/>
              <a:t>All working as expected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084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62B2-D277-2BA3-B5F7-E622BFBD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31AB4-1904-1678-E705-7C267980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956" y="0"/>
            <a:ext cx="915008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ACD475-8CEC-4BAD-3A20-7D0001D63FDE}"/>
              </a:ext>
            </a:extLst>
          </p:cNvPr>
          <p:cNvSpPr txBox="1"/>
          <p:nvPr/>
        </p:nvSpPr>
        <p:spPr>
          <a:xfrm>
            <a:off x="317815" y="901687"/>
            <a:ext cx="18042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adding components test 2</a:t>
            </a:r>
          </a:p>
          <a:p>
            <a:endParaRPr lang="en-US" dirty="0"/>
          </a:p>
          <a:p>
            <a:r>
              <a:rPr lang="en-US" dirty="0"/>
              <a:t>All working as expected</a:t>
            </a:r>
          </a:p>
        </p:txBody>
      </p:sp>
    </p:spTree>
    <p:extLst>
      <p:ext uri="{BB962C8B-B14F-4D97-AF65-F5344CB8AC3E}">
        <p14:creationId xmlns:p14="http://schemas.microsoft.com/office/powerpoint/2010/main" val="415607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98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Wk. 4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Hager</dc:creator>
  <cp:lastModifiedBy>Mary Hager</cp:lastModifiedBy>
  <cp:revision>1</cp:revision>
  <dcterms:created xsi:type="dcterms:W3CDTF">2026-09-29T18:55:06Z</dcterms:created>
  <dcterms:modified xsi:type="dcterms:W3CDTF">2026-09-29T19:31:57Z</dcterms:modified>
</cp:coreProperties>
</file>