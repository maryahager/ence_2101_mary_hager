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5EE3D4-4D06-4139-9D54-36972B7EC088}" v="1" dt="2026-10-06T19:34:33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E476-BF88-79CB-826C-5BEDB3735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BF651-F517-E9DC-95AA-72E0C20B6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844F8-6C54-4583-C132-03B3190C1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2FA0F-D944-B73B-93D9-2EF7BA004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17166-69A8-AB3A-4AA9-7BAD37E1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191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B72C6-E0AF-F27D-5405-93D854957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AFF2D-A34D-FE86-559D-7B9F60821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927B4-E067-7B6E-F4AD-375E58A5A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4653-2334-CE37-CD3E-B35082A6C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C7EFE-3553-02A0-682F-E905B4FBD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087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DF47-1383-1243-81D8-9BD7E481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BC025-5E2D-1427-E628-60F974072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52BA0-B4AA-2FEB-8541-6AA97A56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BD29F-2615-390C-1D69-DCFE53833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50045-5FC8-007E-472F-719999EDD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6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1D5A5-5104-71CF-19D3-372E986C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E051E-5945-B8C8-8507-E0F07B6894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94E8B-AB3A-F184-3AE3-2395D70E7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F86CA-D745-F019-435D-8DA513676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62CAA0-7CDA-9E17-5328-9C751F72D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061E5-A104-3152-45F9-45632AB0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7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DF37C-D06A-94A6-2C5B-3633C9295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FD76B-9252-7BFB-0B83-2551B07F2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1B303-0BF3-4325-8B3B-AD8CBDCF0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5BB0B7-C270-37FA-95F2-E73B672C8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BFB9F-DB7F-AA4D-D8CC-DC17211E1B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5BA99A-DDB5-8922-62F0-06F35BF46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2B7355-AF0E-0D05-E0B7-C659AAE8F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42341-99D3-9995-947E-8238587D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4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8508-B489-FE77-18AD-53AEE02E4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34FBB-15E6-1827-620C-9386CF24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15BB3-AF28-A543-4459-5234B90B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B4CD59-A3EF-431C-50D3-A6C496CB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54DB50-FB07-C8B3-FF5E-62384215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E517AE-BA37-8608-198A-C914A173F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0C74F-9275-3B71-0E0A-6BD945CE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67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DB4C-3ED0-78A9-4595-BD411A249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151FD-5A1F-CAD7-C716-C21A4B9B5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33603-F876-209F-6D95-18AE816BBB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E7EDD-E737-5AF8-315C-56027AA3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523FE-8391-AC92-B19F-A376493FD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AE884-C168-0BD3-BFA4-33B19A8A1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57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44C5A-432C-8181-2E70-94CB47203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F4F68A-098F-7311-D587-5F315B210EC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61570-0FA0-BBBD-B636-EDE713A7E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1A85C-A14E-7F07-4E13-563BC6FC8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FFC36-854A-7CC7-8494-714B3145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E6D3B-2FBE-FD0B-CB2B-E47EE4A0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47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A127A-D315-EBEC-8B88-109BD4C34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0C5D5-5D19-4522-08AC-08E16182F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E4C67-EFC8-64EA-3DC0-9067C1BA9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17307-ACB8-3678-2A00-E50B668C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6B1B8-B977-B876-9984-1B6137C79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9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91D795-959D-2992-C6D8-B13CC5A2C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631C4-9DB8-459B-2FEE-85AFAA570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1A00E-3E17-999C-70ED-32A73B2E7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60FF1-8C86-B78D-4C3F-CD9F4D97E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78DA2-B3F8-480D-F188-180630F72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76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5148D-7AB4-CBBE-750E-57AA2A7C7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75BAB-6DBC-AD0C-EF94-F2D239FD8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34193-DE59-F899-10AD-E8CCCA2F0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C5107-5DD1-417D-8022-0C821FFCBBB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FBC25-A15F-A160-1A16-E16815485D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C08CE-656B-AE43-7E5F-FA46B860B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79245-F167-49F7-A19F-BACC6348A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93C1A-8B2C-B0C0-253C-A0752CBD09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359"/>
            <a:ext cx="9144000" cy="2387600"/>
          </a:xfrm>
        </p:spPr>
        <p:txBody>
          <a:bodyPr/>
          <a:lstStyle/>
          <a:p>
            <a:r>
              <a:rPr lang="en-US" dirty="0"/>
              <a:t>Lab 06 – Full Adder Pt.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0A129-6EEB-0424-0993-6840CF2A59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79034"/>
            <a:ext cx="9144000" cy="1655762"/>
          </a:xfrm>
        </p:spPr>
        <p:txBody>
          <a:bodyPr/>
          <a:lstStyle/>
          <a:p>
            <a:r>
              <a:rPr lang="en-US" dirty="0"/>
              <a:t>Mary and Julia </a:t>
            </a:r>
          </a:p>
        </p:txBody>
      </p:sp>
    </p:spTree>
    <p:extLst>
      <p:ext uri="{BB962C8B-B14F-4D97-AF65-F5344CB8AC3E}">
        <p14:creationId xmlns:p14="http://schemas.microsoft.com/office/powerpoint/2010/main" val="42277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CE7B50-41B5-4C6A-3075-FB7167FC0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68" y="1613216"/>
            <a:ext cx="4686334" cy="3228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5F03F1-C848-D0CD-F500-13300DF5BAE0}"/>
              </a:ext>
            </a:extLst>
          </p:cNvPr>
          <p:cNvSpPr txBox="1"/>
          <p:nvPr/>
        </p:nvSpPr>
        <p:spPr>
          <a:xfrm>
            <a:off x="1581509" y="1086928"/>
            <a:ext cx="2637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 Table for Full Adder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037FD8-501C-0E86-2417-20E5CDCF7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5228" y="1526642"/>
            <a:ext cx="6371885" cy="34021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7C1EA8-F01F-34DD-7E14-1A1118394D0A}"/>
              </a:ext>
            </a:extLst>
          </p:cNvPr>
          <p:cNvSpPr txBox="1"/>
          <p:nvPr/>
        </p:nvSpPr>
        <p:spPr>
          <a:xfrm>
            <a:off x="6964392" y="1230702"/>
            <a:ext cx="3141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Logisim Diagram of Full Adder</a:t>
            </a:r>
          </a:p>
        </p:txBody>
      </p:sp>
    </p:spTree>
    <p:extLst>
      <p:ext uri="{BB962C8B-B14F-4D97-AF65-F5344CB8AC3E}">
        <p14:creationId xmlns:p14="http://schemas.microsoft.com/office/powerpoint/2010/main" val="331220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Lab 06 – Full Adder Pt.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Hager</dc:creator>
  <cp:lastModifiedBy>Mary Hager</cp:lastModifiedBy>
  <cp:revision>1</cp:revision>
  <dcterms:created xsi:type="dcterms:W3CDTF">2026-10-06T19:32:02Z</dcterms:created>
  <dcterms:modified xsi:type="dcterms:W3CDTF">2026-10-06T19:34:59Z</dcterms:modified>
</cp:coreProperties>
</file>