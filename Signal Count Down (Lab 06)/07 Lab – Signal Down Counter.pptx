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D157FE-EDB9-4CCF-ADC8-0EBC3D1FFF70}" v="11" dt="2026-10-22T19:46:16.2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63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y Hager" userId="94c7bed4-d733-4c4e-a7e7-7061e52caf1b" providerId="ADAL" clId="{EC3ECE10-1CF0-427C-9545-C4BB0936BF76}"/>
    <pc:docChg chg="custSel delSld modSld">
      <pc:chgData name="Mary Hager" userId="94c7bed4-d733-4c4e-a7e7-7061e52caf1b" providerId="ADAL" clId="{EC3ECE10-1CF0-427C-9545-C4BB0936BF76}" dt="2026-10-22T19:47:12.968" v="956" actId="20577"/>
      <pc:docMkLst>
        <pc:docMk/>
      </pc:docMkLst>
      <pc:sldChg chg="addSp modSp mod">
        <pc:chgData name="Mary Hager" userId="94c7bed4-d733-4c4e-a7e7-7061e52caf1b" providerId="ADAL" clId="{EC3ECE10-1CF0-427C-9545-C4BB0936BF76}" dt="2026-10-21T16:47:33.029" v="50" actId="313"/>
        <pc:sldMkLst>
          <pc:docMk/>
          <pc:sldMk cId="3882664950" sldId="261"/>
        </pc:sldMkLst>
        <pc:spChg chg="add mod">
          <ac:chgData name="Mary Hager" userId="94c7bed4-d733-4c4e-a7e7-7061e52caf1b" providerId="ADAL" clId="{EC3ECE10-1CF0-427C-9545-C4BB0936BF76}" dt="2026-10-21T16:47:33.029" v="50" actId="313"/>
          <ac:spMkLst>
            <pc:docMk/>
            <pc:sldMk cId="3882664950" sldId="261"/>
            <ac:spMk id="4" creationId="{787E9283-B14C-C5C6-B8AE-BA77EEE86B80}"/>
          </ac:spMkLst>
        </pc:spChg>
        <pc:picChg chg="add">
          <ac:chgData name="Mary Hager" userId="94c7bed4-d733-4c4e-a7e7-7061e52caf1b" providerId="ADAL" clId="{EC3ECE10-1CF0-427C-9545-C4BB0936BF76}" dt="2026-10-21T16:46:57.994" v="0" actId="22"/>
          <ac:picMkLst>
            <pc:docMk/>
            <pc:sldMk cId="3882664950" sldId="261"/>
            <ac:picMk id="3" creationId="{C7D7AABB-7490-8F01-1537-786AEE68727C}"/>
          </ac:picMkLst>
        </pc:picChg>
      </pc:sldChg>
      <pc:sldChg chg="addSp delSp modSp mod">
        <pc:chgData name="Mary Hager" userId="94c7bed4-d733-4c4e-a7e7-7061e52caf1b" providerId="ADAL" clId="{EC3ECE10-1CF0-427C-9545-C4BB0936BF76}" dt="2026-10-22T19:43:37.509" v="671" actId="20577"/>
        <pc:sldMkLst>
          <pc:docMk/>
          <pc:sldMk cId="2397176339" sldId="262"/>
        </pc:sldMkLst>
        <pc:spChg chg="add mod">
          <ac:chgData name="Mary Hager" userId="94c7bed4-d733-4c4e-a7e7-7061e52caf1b" providerId="ADAL" clId="{EC3ECE10-1CF0-427C-9545-C4BB0936BF76}" dt="2026-10-22T19:43:04.368" v="567" actId="1076"/>
          <ac:spMkLst>
            <pc:docMk/>
            <pc:sldMk cId="2397176339" sldId="262"/>
            <ac:spMk id="2" creationId="{2A596385-BC7A-3CF2-E349-E06DE1CE518B}"/>
          </ac:spMkLst>
        </pc:spChg>
        <pc:spChg chg="add mod">
          <ac:chgData name="Mary Hager" userId="94c7bed4-d733-4c4e-a7e7-7061e52caf1b" providerId="ADAL" clId="{EC3ECE10-1CF0-427C-9545-C4BB0936BF76}" dt="2026-10-22T19:43:37.509" v="671" actId="20577"/>
          <ac:spMkLst>
            <pc:docMk/>
            <pc:sldMk cId="2397176339" sldId="262"/>
            <ac:spMk id="3" creationId="{C49A4CA5-41A4-D916-A0D9-828CCA5B0AA4}"/>
          </ac:spMkLst>
        </pc:spChg>
        <pc:spChg chg="add del mod">
          <ac:chgData name="Mary Hager" userId="94c7bed4-d733-4c4e-a7e7-7061e52caf1b" providerId="ADAL" clId="{EC3ECE10-1CF0-427C-9545-C4BB0936BF76}" dt="2026-10-21T17:24:08.918" v="257"/>
          <ac:spMkLst>
            <pc:docMk/>
            <pc:sldMk cId="2397176339" sldId="262"/>
            <ac:spMk id="5" creationId="{46B0E0D9-38CB-5069-28CA-D67A4E6AE666}"/>
          </ac:spMkLst>
        </pc:spChg>
        <pc:picChg chg="add mod modCrop">
          <ac:chgData name="Mary Hager" userId="94c7bed4-d733-4c4e-a7e7-7061e52caf1b" providerId="ADAL" clId="{EC3ECE10-1CF0-427C-9545-C4BB0936BF76}" dt="2026-10-21T17:21:04.147" v="254" actId="732"/>
          <ac:picMkLst>
            <pc:docMk/>
            <pc:sldMk cId="2397176339" sldId="262"/>
            <ac:picMk id="4" creationId="{9532EF27-DC89-5680-A97A-B2B13B782545}"/>
          </ac:picMkLst>
        </pc:picChg>
      </pc:sldChg>
      <pc:sldChg chg="addSp delSp modSp mod">
        <pc:chgData name="Mary Hager" userId="94c7bed4-d733-4c4e-a7e7-7061e52caf1b" providerId="ADAL" clId="{EC3ECE10-1CF0-427C-9545-C4BB0936BF76}" dt="2026-10-21T17:36:02.122" v="386" actId="20577"/>
        <pc:sldMkLst>
          <pc:docMk/>
          <pc:sldMk cId="117344675" sldId="263"/>
        </pc:sldMkLst>
        <pc:spChg chg="add del mod">
          <ac:chgData name="Mary Hager" userId="94c7bed4-d733-4c4e-a7e7-7061e52caf1b" providerId="ADAL" clId="{EC3ECE10-1CF0-427C-9545-C4BB0936BF76}" dt="2026-10-21T17:35:43.994" v="315"/>
          <ac:spMkLst>
            <pc:docMk/>
            <pc:sldMk cId="117344675" sldId="263"/>
            <ac:spMk id="4" creationId="{81E69A0B-5363-A404-04AA-970551E78A42}"/>
          </ac:spMkLst>
        </pc:spChg>
        <pc:spChg chg="add mod">
          <ac:chgData name="Mary Hager" userId="94c7bed4-d733-4c4e-a7e7-7061e52caf1b" providerId="ADAL" clId="{EC3ECE10-1CF0-427C-9545-C4BB0936BF76}" dt="2026-10-21T17:36:02.122" v="386" actId="20577"/>
          <ac:spMkLst>
            <pc:docMk/>
            <pc:sldMk cId="117344675" sldId="263"/>
            <ac:spMk id="5" creationId="{818E3886-0000-1152-34FE-1E0267114609}"/>
          </ac:spMkLst>
        </pc:spChg>
        <pc:picChg chg="add">
          <ac:chgData name="Mary Hager" userId="94c7bed4-d733-4c4e-a7e7-7061e52caf1b" providerId="ADAL" clId="{EC3ECE10-1CF0-427C-9545-C4BB0936BF76}" dt="2026-10-21T17:35:41.623" v="312" actId="22"/>
          <ac:picMkLst>
            <pc:docMk/>
            <pc:sldMk cId="117344675" sldId="263"/>
            <ac:picMk id="3" creationId="{B2D4C809-53AD-0B7D-361B-098C11571A73}"/>
          </ac:picMkLst>
        </pc:picChg>
      </pc:sldChg>
      <pc:sldChg chg="addSp modSp mod">
        <pc:chgData name="Mary Hager" userId="94c7bed4-d733-4c4e-a7e7-7061e52caf1b" providerId="ADAL" clId="{EC3ECE10-1CF0-427C-9545-C4BB0936BF76}" dt="2026-10-21T22:27:13.056" v="566" actId="1076"/>
        <pc:sldMkLst>
          <pc:docMk/>
          <pc:sldMk cId="984802504" sldId="264"/>
        </pc:sldMkLst>
        <pc:spChg chg="add mod">
          <ac:chgData name="Mary Hager" userId="94c7bed4-d733-4c4e-a7e7-7061e52caf1b" providerId="ADAL" clId="{EC3ECE10-1CF0-427C-9545-C4BB0936BF76}" dt="2026-10-21T22:26:18.805" v="565" actId="20577"/>
          <ac:spMkLst>
            <pc:docMk/>
            <pc:sldMk cId="984802504" sldId="264"/>
            <ac:spMk id="3" creationId="{94F95029-8A1C-9CA1-2BEE-B7E42D6F7EF8}"/>
          </ac:spMkLst>
        </pc:spChg>
        <pc:picChg chg="mod">
          <ac:chgData name="Mary Hager" userId="94c7bed4-d733-4c4e-a7e7-7061e52caf1b" providerId="ADAL" clId="{EC3ECE10-1CF0-427C-9545-C4BB0936BF76}" dt="2026-10-21T22:27:13.056" v="566" actId="1076"/>
          <ac:picMkLst>
            <pc:docMk/>
            <pc:sldMk cId="984802504" sldId="264"/>
            <ac:picMk id="2" creationId="{FB110A21-A577-5EB2-E6EF-09040D9A3219}"/>
          </ac:picMkLst>
        </pc:picChg>
      </pc:sldChg>
      <pc:sldChg chg="addSp modSp mod modAnim">
        <pc:chgData name="Mary Hager" userId="94c7bed4-d733-4c4e-a7e7-7061e52caf1b" providerId="ADAL" clId="{EC3ECE10-1CF0-427C-9545-C4BB0936BF76}" dt="2026-10-22T19:47:12.968" v="956" actId="20577"/>
        <pc:sldMkLst>
          <pc:docMk/>
          <pc:sldMk cId="782834338" sldId="265"/>
        </pc:sldMkLst>
        <pc:spChg chg="add mod">
          <ac:chgData name="Mary Hager" userId="94c7bed4-d733-4c4e-a7e7-7061e52caf1b" providerId="ADAL" clId="{EC3ECE10-1CF0-427C-9545-C4BB0936BF76}" dt="2026-10-22T19:47:12.968" v="956" actId="20577"/>
          <ac:spMkLst>
            <pc:docMk/>
            <pc:sldMk cId="782834338" sldId="265"/>
            <ac:spMk id="3" creationId="{93FE3D9B-13C3-6F54-6F80-315BCFCF7B3E}"/>
          </ac:spMkLst>
        </pc:spChg>
        <pc:spChg chg="add mod">
          <ac:chgData name="Mary Hager" userId="94c7bed4-d733-4c4e-a7e7-7061e52caf1b" providerId="ADAL" clId="{EC3ECE10-1CF0-427C-9545-C4BB0936BF76}" dt="2026-10-22T19:47:04.596" v="953" actId="113"/>
          <ac:spMkLst>
            <pc:docMk/>
            <pc:sldMk cId="782834338" sldId="265"/>
            <ac:spMk id="4" creationId="{8D0EF1BF-AC08-858A-64CE-29878A078FF9}"/>
          </ac:spMkLst>
        </pc:spChg>
        <pc:picChg chg="add mod">
          <ac:chgData name="Mary Hager" userId="94c7bed4-d733-4c4e-a7e7-7061e52caf1b" providerId="ADAL" clId="{EC3ECE10-1CF0-427C-9545-C4BB0936BF76}" dt="2026-10-22T19:44:17.773" v="674" actId="1076"/>
          <ac:picMkLst>
            <pc:docMk/>
            <pc:sldMk cId="782834338" sldId="265"/>
            <ac:picMk id="2" creationId="{455BB528-D0E1-AA21-866A-1B741A9B0EB5}"/>
          </ac:picMkLst>
        </pc:picChg>
      </pc:sldChg>
      <pc:sldChg chg="del">
        <pc:chgData name="Mary Hager" userId="94c7bed4-d733-4c4e-a7e7-7061e52caf1b" providerId="ADAL" clId="{EC3ECE10-1CF0-427C-9545-C4BB0936BF76}" dt="2026-10-22T19:46:24.242" v="950" actId="47"/>
        <pc:sldMkLst>
          <pc:docMk/>
          <pc:sldMk cId="2145040986" sldId="266"/>
        </pc:sldMkLst>
      </pc:sldChg>
      <pc:sldChg chg="del">
        <pc:chgData name="Mary Hager" userId="94c7bed4-d733-4c4e-a7e7-7061e52caf1b" providerId="ADAL" clId="{EC3ECE10-1CF0-427C-9545-C4BB0936BF76}" dt="2026-10-22T19:46:26.369" v="951" actId="47"/>
        <pc:sldMkLst>
          <pc:docMk/>
          <pc:sldMk cId="3776624643" sldId="267"/>
        </pc:sldMkLst>
      </pc:sldChg>
      <pc:sldChg chg="del">
        <pc:chgData name="Mary Hager" userId="94c7bed4-d733-4c4e-a7e7-7061e52caf1b" providerId="ADAL" clId="{EC3ECE10-1CF0-427C-9545-C4BB0936BF76}" dt="2026-10-22T19:46:27.520" v="952" actId="47"/>
        <pc:sldMkLst>
          <pc:docMk/>
          <pc:sldMk cId="4023961262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06E39-2F71-6E95-1A01-1F9762A7F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F5298-6CDD-AA88-8F32-C761BA4B8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225F8-EC19-46FD-CEB1-4EDB9526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9704-5089-4E44-B373-9494F4C9207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618A1-590E-06FA-043D-4387A01B9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529AA-8F81-EA02-D67B-ADC32CFCD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BC6A5-CA6A-4ED8-B28A-D82CE8DB7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55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C15D1-9EDB-A688-6002-22BB53EAE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CC54E-4A64-536C-DBA4-BB95343DB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73A81-DE44-6405-672E-258520D3A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9704-5089-4E44-B373-9494F4C9207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AE2C6-3D3E-7F83-B0FC-3F81D1516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2E89C-8414-6AF4-E1FA-49DCD0D50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BC6A5-CA6A-4ED8-B28A-D82CE8DB7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94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59734-25DE-5E37-2F60-49628D0F6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ED6B3-F591-6E11-2B56-DC9A343A3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F6BC7-501C-A5AA-FB3C-348D2904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9704-5089-4E44-B373-9494F4C9207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2CD12-8B10-F263-A5C4-FFB7E2BB1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589C0-4F78-7258-110B-96041A6DD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BC6A5-CA6A-4ED8-B28A-D82CE8DB7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77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8D1DE-A43C-193A-C3AD-A6FD9CD7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50091-99AF-3A67-AFA1-924F11D495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61B971-6AE8-37E9-3D0D-7EBFD927F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283BCE-923F-7E43-9FA5-B304D9FC4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9704-5089-4E44-B373-9494F4C9207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8C5BC-8579-DC67-97C5-DB0B425DC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779DF-35A3-68B3-9408-7C3A96EB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BC6A5-CA6A-4ED8-B28A-D82CE8DB7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87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7FA2B-08BA-505B-D024-315F6A231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24C35-A84B-516C-6100-005E59C57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DD8C6-72E5-9655-BFDD-DA7956BC6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A96D02-C3FC-C4F8-D702-E93882E99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AF092-D2ED-7800-ADCD-F18C424B84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D8B676-29CC-8E47-ABD6-8F4F336DB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9704-5089-4E44-B373-9494F4C9207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8E6D08-9546-172F-00BB-A05515A3D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9D7A64-37CF-C1D1-010E-55D26C360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BC6A5-CA6A-4ED8-B28A-D82CE8DB7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413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75D6-EBB6-3137-54C0-9ED03BF64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373CF7-86E7-9AD5-3CA3-75AE2D850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9704-5089-4E44-B373-9494F4C9207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F4C0D7-9638-4AAF-9D26-091FDAD9E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0D9B3-A220-1671-B4CB-A885EA4C3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BC6A5-CA6A-4ED8-B28A-D82CE8DB7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71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1C1E5A-B53E-0588-91C1-7A66AC65B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9704-5089-4E44-B373-9494F4C9207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7F2DF7-6DD7-E08A-8BD0-154F72A1C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60347-D732-2F7F-E5A6-AC9A372AD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BC6A5-CA6A-4ED8-B28A-D82CE8DB7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94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1B03-F214-FD85-2B01-00C97F052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81E3C-53A9-213C-8E28-90A966148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D9156-1743-81C4-7FB4-D1350FA6D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6BB72-54C4-C8A7-A03A-914809BF2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9704-5089-4E44-B373-9494F4C9207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01321-595E-ADA3-7D4A-F2646E7BD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E5250-9CF5-DE9E-F644-D5E2D0616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BC6A5-CA6A-4ED8-B28A-D82CE8DB7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6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3B3B-C70A-DE1C-5C37-2E881737B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A9B3A6-444B-2A4B-5311-1271907C034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FBCD48-1945-83C3-8992-07184742B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4C608-E9E9-B3A8-C499-2EC757CFC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9704-5089-4E44-B373-9494F4C9207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C7F76-6A15-C12C-248A-DA694F124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1AFB3-64A2-A321-8D69-CFB03F5F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BC6A5-CA6A-4ED8-B28A-D82CE8DB7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199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1C19E-52C5-6F47-8703-0C4AA0865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79F74F-AA49-0253-9810-E6609791C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F8B81-46BD-4CA0-76AA-5E9547A87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9704-5089-4E44-B373-9494F4C9207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13E35-F484-E464-AA14-0A3A49092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96E79-151B-63EC-4AF7-B5E686333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BC6A5-CA6A-4ED8-B28A-D82CE8DB7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99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8CAB7C-A3D9-8816-A283-6DEE726C9C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B32EB2-2CE8-38BE-45DD-BFCB27A6F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F2A3C-43C9-A90A-8B5D-92AD8DE16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9704-5089-4E44-B373-9494F4C9207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DCB2F-C9BE-6D81-85A8-CABCD2EFB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060FD-DC94-FC1D-7523-C091F9EC5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BC6A5-CA6A-4ED8-B28A-D82CE8DB7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59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44774B-A228-A239-334E-DEBDAEDBE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E4343-2AB4-841E-9D6C-7F2D3E0C0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08631-328E-0950-42A0-BB2BB01E5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769704-5089-4E44-B373-9494F4C9207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DCDC4-5C11-5031-B518-E9FCAE5C81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B0C55-9A41-935C-11DE-515511BC7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5BC6A5-CA6A-4ED8-B28A-D82CE8DB7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213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FFF7-7A37-DA2F-C3DD-CB96E929F5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07 Lab – Signal Down Counter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BC434-B89C-7635-9195-BAA01960AF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Mary Hager</a:t>
            </a:r>
          </a:p>
        </p:txBody>
      </p:sp>
    </p:spTree>
    <p:extLst>
      <p:ext uri="{BB962C8B-B14F-4D97-AF65-F5344CB8AC3E}">
        <p14:creationId xmlns:p14="http://schemas.microsoft.com/office/powerpoint/2010/main" val="2345668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72C982-34C0-CF3A-B136-96BDA5053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906" y="2119303"/>
            <a:ext cx="5010187" cy="26193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170357-890E-075C-68F7-11E4EE7154B0}"/>
              </a:ext>
            </a:extLst>
          </p:cNvPr>
          <p:cNvSpPr txBox="1"/>
          <p:nvPr/>
        </p:nvSpPr>
        <p:spPr>
          <a:xfrm>
            <a:off x="2261937" y="1540042"/>
            <a:ext cx="166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Down Counter </a:t>
            </a:r>
          </a:p>
        </p:txBody>
      </p:sp>
    </p:spTree>
    <p:extLst>
      <p:ext uri="{BB962C8B-B14F-4D97-AF65-F5344CB8AC3E}">
        <p14:creationId xmlns:p14="http://schemas.microsoft.com/office/powerpoint/2010/main" val="3569477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EF633-EA06-094F-1DCF-107CD4599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4B19A3-8CF9-20B2-664E-31450BD27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532" y="1766875"/>
            <a:ext cx="4914936" cy="33242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338ACB-5BCF-0601-9282-490155FC172E}"/>
              </a:ext>
            </a:extLst>
          </p:cNvPr>
          <p:cNvSpPr txBox="1"/>
          <p:nvPr/>
        </p:nvSpPr>
        <p:spPr>
          <a:xfrm>
            <a:off x="802105" y="1219200"/>
            <a:ext cx="7751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 5  - attempt 1 </a:t>
            </a:r>
          </a:p>
          <a:p>
            <a:r>
              <a:rPr lang="en-US" dirty="0"/>
              <a:t>ISSUE: Reset pins did not have an inverter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26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D86BB-6107-B099-A72D-9E2110A13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43A08F-1F19-FD66-1F0A-8B85575B6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734" y="1433498"/>
            <a:ext cx="7610531" cy="39910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8060DC-C3EF-ACD5-A731-3D9508B3B80F}"/>
              </a:ext>
            </a:extLst>
          </p:cNvPr>
          <p:cNvSpPr txBox="1"/>
          <p:nvPr/>
        </p:nvSpPr>
        <p:spPr>
          <a:xfrm>
            <a:off x="802105" y="962526"/>
            <a:ext cx="1847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Corrected Mod 5</a:t>
            </a:r>
          </a:p>
        </p:txBody>
      </p:sp>
    </p:spTree>
    <p:extLst>
      <p:ext uri="{BB962C8B-B14F-4D97-AF65-F5344CB8AC3E}">
        <p14:creationId xmlns:p14="http://schemas.microsoft.com/office/powerpoint/2010/main" val="409937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75051-33D6-0E5E-60B0-4020BD7CC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94E02D-EA90-FB42-18AC-A57EBE933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755" y="1619237"/>
            <a:ext cx="8734489" cy="36195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A744C2-86B2-1FC4-1349-F55584E88F5B}"/>
              </a:ext>
            </a:extLst>
          </p:cNvPr>
          <p:cNvSpPr txBox="1"/>
          <p:nvPr/>
        </p:nvSpPr>
        <p:spPr>
          <a:xfrm>
            <a:off x="529389" y="336884"/>
            <a:ext cx="38012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 M0D </a:t>
            </a:r>
          </a:p>
          <a:p>
            <a:r>
              <a:rPr lang="en-US" dirty="0"/>
              <a:t>Behavior = count up to 10 then reset</a:t>
            </a:r>
          </a:p>
        </p:txBody>
      </p:sp>
    </p:spTree>
    <p:extLst>
      <p:ext uri="{BB962C8B-B14F-4D97-AF65-F5344CB8AC3E}">
        <p14:creationId xmlns:p14="http://schemas.microsoft.com/office/powerpoint/2010/main" val="3141845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2AF3E-EA70-91BA-602F-0C518792C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D7AABB-7490-8F01-1537-786AEE687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28" y="1343009"/>
            <a:ext cx="9439344" cy="41719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7E9283-B14C-C5C6-B8AE-BA77EEE86B80}"/>
              </a:ext>
            </a:extLst>
          </p:cNvPr>
          <p:cNvSpPr txBox="1"/>
          <p:nvPr/>
        </p:nvSpPr>
        <p:spPr>
          <a:xfrm>
            <a:off x="960407" y="379563"/>
            <a:ext cx="24816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Count Down – 5 to Zero</a:t>
            </a:r>
          </a:p>
          <a:p>
            <a:r>
              <a:rPr lang="en-US" dirty="0"/>
              <a:t>Successfully Works</a:t>
            </a:r>
          </a:p>
        </p:txBody>
      </p:sp>
    </p:spTree>
    <p:extLst>
      <p:ext uri="{BB962C8B-B14F-4D97-AF65-F5344CB8AC3E}">
        <p14:creationId xmlns:p14="http://schemas.microsoft.com/office/powerpoint/2010/main" val="3882664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B9CB-8607-9355-3069-DBAD1B2C1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596385-BC7A-3CF2-E349-E06DE1CE518B}"/>
              </a:ext>
            </a:extLst>
          </p:cNvPr>
          <p:cNvSpPr txBox="1"/>
          <p:nvPr/>
        </p:nvSpPr>
        <p:spPr>
          <a:xfrm>
            <a:off x="316013" y="1006415"/>
            <a:ext cx="11660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Based on the MOD-10 Up Counter - the T pin should become enabled when the previous value(s) are zero (when counting down).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32EF27-DC89-5680-A97A-B2B13B7825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78"/>
          <a:stretch>
            <a:fillRect/>
          </a:stretch>
        </p:blipFill>
        <p:spPr>
          <a:xfrm>
            <a:off x="1329963" y="2087592"/>
            <a:ext cx="8715439" cy="44159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9A4CA5-41A4-D916-A0D9-828CCA5B0AA4}"/>
              </a:ext>
            </a:extLst>
          </p:cNvPr>
          <p:cNvSpPr txBox="1"/>
          <p:nvPr/>
        </p:nvSpPr>
        <p:spPr>
          <a:xfrm>
            <a:off x="316013" y="327803"/>
            <a:ext cx="604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Successfully Counts Down from 10 to 0 as the Clock Moves</a:t>
            </a:r>
          </a:p>
        </p:txBody>
      </p:sp>
    </p:spTree>
    <p:extLst>
      <p:ext uri="{BB962C8B-B14F-4D97-AF65-F5344CB8AC3E}">
        <p14:creationId xmlns:p14="http://schemas.microsoft.com/office/powerpoint/2010/main" val="2397176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2B9DF-5F4B-D019-1DF9-80A293184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D4C809-53AD-0B7D-361B-098C11571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46" y="1300147"/>
            <a:ext cx="7867708" cy="42577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8E3886-0000-1152-34FE-1E0267114609}"/>
              </a:ext>
            </a:extLst>
          </p:cNvPr>
          <p:cNvSpPr txBox="1"/>
          <p:nvPr/>
        </p:nvSpPr>
        <p:spPr>
          <a:xfrm>
            <a:off x="1344706" y="613186"/>
            <a:ext cx="4734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Diagram of DownCounter_10 Cleaned Version</a:t>
            </a:r>
          </a:p>
        </p:txBody>
      </p:sp>
    </p:spTree>
    <p:extLst>
      <p:ext uri="{BB962C8B-B14F-4D97-AF65-F5344CB8AC3E}">
        <p14:creationId xmlns:p14="http://schemas.microsoft.com/office/powerpoint/2010/main" val="117344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02F74-2EFA-8730-99D5-1E61DA2F4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0261021-2037-54.2625598">
            <a:hlinkClick r:id="" action="ppaction://media"/>
            <a:extLst>
              <a:ext uri="{FF2B5EF4-FFF2-40B4-BE49-F238E27FC236}">
                <a16:creationId xmlns:a16="http://schemas.microsoft.com/office/drawing/2014/main" id="{FB110A21-A577-5EB2-E6EF-09040D9A321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46774" y="1286411"/>
            <a:ext cx="9563100" cy="53244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F95029-8A1C-9CA1-2BEE-B7E42D6F7EF8}"/>
              </a:ext>
            </a:extLst>
          </p:cNvPr>
          <p:cNvSpPr txBox="1"/>
          <p:nvPr/>
        </p:nvSpPr>
        <p:spPr>
          <a:xfrm>
            <a:off x="484094" y="640080"/>
            <a:ext cx="7502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Media Content of 10 Second count-down initiating when button is pressed</a:t>
            </a:r>
          </a:p>
          <a:p>
            <a:r>
              <a:rPr lang="en-US" dirty="0"/>
              <a:t>Remaining Task: Stop the countdown when 0 is reached</a:t>
            </a:r>
          </a:p>
        </p:txBody>
      </p:sp>
    </p:spTree>
    <p:extLst>
      <p:ext uri="{BB962C8B-B14F-4D97-AF65-F5344CB8AC3E}">
        <p14:creationId xmlns:p14="http://schemas.microsoft.com/office/powerpoint/2010/main" val="98480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2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EF927-DEDE-4C5A-E7EA-9EF57DF29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0261022-1941-27.6358743">
            <a:hlinkClick r:id="" action="ppaction://media"/>
            <a:extLst>
              <a:ext uri="{FF2B5EF4-FFF2-40B4-BE49-F238E27FC236}">
                <a16:creationId xmlns:a16="http://schemas.microsoft.com/office/drawing/2014/main" id="{455BB528-D0E1-AA21-866A-1B741A9B0EB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05398" y="314972"/>
            <a:ext cx="8874978" cy="62280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FE3D9B-13C3-6F54-6F80-315BCFCF7B3E}"/>
              </a:ext>
            </a:extLst>
          </p:cNvPr>
          <p:cNvSpPr txBox="1"/>
          <p:nvPr/>
        </p:nvSpPr>
        <p:spPr>
          <a:xfrm>
            <a:off x="307075" y="1269242"/>
            <a:ext cx="279096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Inverter Pin Becomes 1 when the bits are 0000 via NOR. </a:t>
            </a:r>
          </a:p>
          <a:p>
            <a:endParaRPr lang="en-US" dirty="0"/>
          </a:p>
          <a:p>
            <a:r>
              <a:rPr lang="en-US" dirty="0"/>
              <a:t>This turns “on” the T Flip-Flop</a:t>
            </a:r>
          </a:p>
          <a:p>
            <a:endParaRPr lang="en-US" dirty="0"/>
          </a:p>
          <a:p>
            <a:r>
              <a:rPr lang="en-US" dirty="0"/>
              <a:t>The value of 1 is pushed “out” using the select pin. This only occurs when the button is pressed.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0EF1BF-AC08-858A-64CE-29878A078FF9}"/>
              </a:ext>
            </a:extLst>
          </p:cNvPr>
          <p:cNvSpPr txBox="1"/>
          <p:nvPr/>
        </p:nvSpPr>
        <p:spPr>
          <a:xfrm>
            <a:off x="395785" y="702859"/>
            <a:ext cx="2246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Completion of Task </a:t>
            </a:r>
          </a:p>
        </p:txBody>
      </p:sp>
    </p:spTree>
    <p:extLst>
      <p:ext uri="{BB962C8B-B14F-4D97-AF65-F5344CB8AC3E}">
        <p14:creationId xmlns:p14="http://schemas.microsoft.com/office/powerpoint/2010/main" val="78283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9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1530</TotalTime>
  <Words>158</Words>
  <Application>Microsoft Office PowerPoint</Application>
  <PresentationFormat>Widescreen</PresentationFormat>
  <Paragraphs>21</Paragraphs>
  <Slides>10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07 Lab – Signal Down Counter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Mary Hager</dc:creator>
  <cp:lastModifiedBy>Mary Hager</cp:lastModifiedBy>
  <cp:revision>1</cp:revision>
  <dcterms:created xsi:type="dcterms:W3CDTF">2026-10-20T18:27:15Z</dcterms:created>
  <dcterms:modified xsi:type="dcterms:W3CDTF">2026-10-22T19:48:27Z</dcterms:modified>
</cp:coreProperties>
</file>